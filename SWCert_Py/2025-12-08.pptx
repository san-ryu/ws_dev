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6" y="10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3FB8A5-C1C1-C2C6-7C04-DF9ACFC5BF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CCA4C84-32C2-320C-865D-32D384018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E2D19B-D022-E40A-504D-531190C1D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A618-BC07-4677-8D46-A21A66CB6E3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5CA0C1-4795-F933-0421-88C4583D0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5C2395-4515-26FC-ADC1-7F2D1E4D3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74BB6-9C76-4E58-B52A-60DD8EE822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9903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5BCF09-1157-3409-D565-C885A753F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E8C733-DA91-B18F-2523-75F4141E3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EA8509-DDDF-CB51-645D-1590AC687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A618-BC07-4677-8D46-A21A66CB6E3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DB0971-D948-F51C-C3E5-168C35773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99136A-DAD2-117D-425C-080A43DE9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74BB6-9C76-4E58-B52A-60DD8EE822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120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74D7F2-B8AE-81F4-0BA5-DA0B697BE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E0901C-EC1E-F5F8-B907-958F8E15E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5AAFDA-C788-E19E-CB98-D8CDFD928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A618-BC07-4677-8D46-A21A66CB6E3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509294-6695-2681-271B-70E001F4E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805CBB-332E-73E2-55C5-2610C38C2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74BB6-9C76-4E58-B52A-60DD8EE822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5292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927E84-EEDE-B1BC-082F-DD14A479C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9B3078-39FD-0B15-2B45-0604E19079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9E45655-C798-B257-76F7-BFFC23EEF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16BC9F-293C-467F-65F7-7C1F81FCD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A618-BC07-4677-8D46-A21A66CB6E3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69D26D-873E-1C5D-91FF-CC71C362C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C3E31E-E3E4-7122-F883-965C78F76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74BB6-9C76-4E58-B52A-60DD8EE822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0626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2A467C-DEA1-B88A-A1CF-745C2F5DD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08B166-CDD7-ADDE-3447-B8106C36E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AD84A4-5AEC-3FF0-71EE-637A15515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32FEB9-3EE9-1852-BFDF-CBCD9F2FCE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8C653C-3906-47BC-E0E4-AC69C7612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8C69172-7957-BEE5-7581-1D4AB3AC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A618-BC07-4677-8D46-A21A66CB6E3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7285A97-409A-98C7-4284-9A25BBF66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82B8D35-DC69-4922-6393-A61E57356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74BB6-9C76-4E58-B52A-60DD8EE822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699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EA8CD2-4CC7-68A6-2443-98679D2D6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E1DCE45-3C63-FD10-AFE6-E35BED86C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A618-BC07-4677-8D46-A21A66CB6E3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E5C31D6-D254-006F-1532-B4DF46070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5E93D2-25AE-26FC-B935-85E16A2AE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74BB6-9C76-4E58-B52A-60DD8EE822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88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50DA627-75BA-E3EE-CC35-8529BF875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A618-BC07-4677-8D46-A21A66CB6E3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82E7F26-F693-10E7-C8C2-96E5FCB9C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0D60F1-0F22-0F01-1459-110F1E6D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74BB6-9C76-4E58-B52A-60DD8EE822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7013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78F7A5-5140-CE30-8560-DA94CD12C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FB4B66-1C87-A660-7CB4-1422AAAE7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912216-66B9-7061-4AD6-7A0CA2D43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99A537-BF31-8E6F-A3E8-0134476B7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A618-BC07-4677-8D46-A21A66CB6E3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F6D7F5-1D24-D604-4E78-F3ECC0239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C3C794-4D5E-ECC3-BB41-CB10EC4B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74BB6-9C76-4E58-B52A-60DD8EE822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029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9FAA19-8DB6-7D9A-1AB2-F194868C5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1C94077-C608-2A74-0846-7A7D031C3D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59FBD9-641A-B453-8BE8-0CE36579D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288937-37B9-750F-FBC1-C0628CDBC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A618-BC07-4677-8D46-A21A66CB6E3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42F94AD-6342-005C-BA30-E6542014A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792FE9-C368-A71B-F9BC-FFEAACD67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74BB6-9C76-4E58-B52A-60DD8EE822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214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2051C8-C60E-46DF-4688-AAA20C6B8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877A335-4B9A-8F64-5785-28A6D0B09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181B8C-8D7F-4FD3-2910-817106C0B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A618-BC07-4677-8D46-A21A66CB6E3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AF6BF4-E088-F6F9-ED1E-85859A0AB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690976-A3DF-2FA6-AC27-C52575A0B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74BB6-9C76-4E58-B52A-60DD8EE822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9636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B83E655-A151-718A-7581-069E6D2A19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CB8674-01FB-9720-4EBC-95B578D2AC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7AE3FB-FAB3-2217-A79D-30374C169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A618-BC07-4677-8D46-A21A66CB6E3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AF33E8-0AB2-21EB-8928-68E654ABB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A4C3C6-EE7F-0B15-5AB9-1175D43DC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74BB6-9C76-4E58-B52A-60DD8EE822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909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B2FC11C-84B0-362C-D6EA-0DC3681AB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F323C6-9527-9F4C-E710-9E90CD9A6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882745-63F8-C577-9781-432C129222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5A618-BC07-4677-8D46-A21A66CB6E35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CB78EB-B723-DD68-23A5-06639DAF3C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788C56-2C9A-7E22-0C59-42E80B7F1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F74BB6-9C76-4E58-B52A-60DD8EE822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490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BBCB41-62AD-1F9F-F53E-94ED12B3AE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A0AA920-0868-0B25-743F-41C9669F84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068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B5A8A42-02D8-8984-EE85-A77C7D161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520178"/>
              </p:ext>
            </p:extLst>
          </p:nvPr>
        </p:nvGraphicFramePr>
        <p:xfrm>
          <a:off x="414956" y="633039"/>
          <a:ext cx="5140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165736526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578453009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69191703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318590764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848282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885467549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304331592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940921610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735921439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3465473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826755549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61918380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243221687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296022499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6526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11507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2065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66262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6131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99577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2339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56345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3376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7383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188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080346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684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4812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4655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FC9EB-056A-B0FB-A94E-F6F5CF8AC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FC66E0C-1232-DF78-9FCE-5AE92CA7E2F5}"/>
              </a:ext>
            </a:extLst>
          </p:cNvPr>
          <p:cNvSpPr/>
          <p:nvPr/>
        </p:nvSpPr>
        <p:spPr>
          <a:xfrm rot="5400000">
            <a:off x="2623402" y="2086478"/>
            <a:ext cx="733425" cy="51503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F935D5F-F3E1-FF89-C9B6-ACCF3A898D20}"/>
              </a:ext>
            </a:extLst>
          </p:cNvPr>
          <p:cNvSpPr/>
          <p:nvPr/>
        </p:nvSpPr>
        <p:spPr>
          <a:xfrm rot="5400000">
            <a:off x="2623404" y="627724"/>
            <a:ext cx="733425" cy="51503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3BA458-A821-29AD-66C9-1E2DB2EFDAC6}"/>
              </a:ext>
            </a:extLst>
          </p:cNvPr>
          <p:cNvSpPr/>
          <p:nvPr/>
        </p:nvSpPr>
        <p:spPr>
          <a:xfrm rot="5400000">
            <a:off x="2618644" y="-853415"/>
            <a:ext cx="733425" cy="51408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55CAB0-9434-AEB1-04F8-DF0AFADEC71E}"/>
              </a:ext>
            </a:extLst>
          </p:cNvPr>
          <p:cNvSpPr/>
          <p:nvPr/>
        </p:nvSpPr>
        <p:spPr>
          <a:xfrm>
            <a:off x="4094286" y="633039"/>
            <a:ext cx="733425" cy="51206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479F20-DB21-B445-F806-FBFBA098A99E}"/>
              </a:ext>
            </a:extLst>
          </p:cNvPr>
          <p:cNvSpPr/>
          <p:nvPr/>
        </p:nvSpPr>
        <p:spPr>
          <a:xfrm>
            <a:off x="2618643" y="633039"/>
            <a:ext cx="733425" cy="51206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89C6846-7F75-5E4E-2DBA-FFE4E87C35B2}"/>
              </a:ext>
            </a:extLst>
          </p:cNvPr>
          <p:cNvSpPr/>
          <p:nvPr/>
        </p:nvSpPr>
        <p:spPr>
          <a:xfrm>
            <a:off x="1143000" y="633039"/>
            <a:ext cx="733425" cy="51206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8AA4F2F-37A9-08E7-75AE-12FDB335B613}"/>
              </a:ext>
            </a:extLst>
          </p:cNvPr>
          <p:cNvGraphicFramePr>
            <a:graphicFrameLocks noGrp="1"/>
          </p:cNvGraphicFramePr>
          <p:nvPr/>
        </p:nvGraphicFramePr>
        <p:xfrm>
          <a:off x="414956" y="633039"/>
          <a:ext cx="5140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165736526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578453009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69191703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318590764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848282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885467549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304331592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940921610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735921439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3465473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826755549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61918380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243221687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296022499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6526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11507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2065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66262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6131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99577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2339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56345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3376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7383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188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080346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684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4812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4138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FA6C2-C26B-1396-368E-AA07B6644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F334CB0-5686-0CA0-935D-032DE5658CBD}"/>
              </a:ext>
            </a:extLst>
          </p:cNvPr>
          <p:cNvSpPr/>
          <p:nvPr/>
        </p:nvSpPr>
        <p:spPr>
          <a:xfrm rot="5400000">
            <a:off x="2623402" y="2086478"/>
            <a:ext cx="733425" cy="51503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2F6861A-1108-EE30-CB35-35B1AFE75826}"/>
              </a:ext>
            </a:extLst>
          </p:cNvPr>
          <p:cNvSpPr/>
          <p:nvPr/>
        </p:nvSpPr>
        <p:spPr>
          <a:xfrm rot="5400000">
            <a:off x="2623404" y="627724"/>
            <a:ext cx="733425" cy="51503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ED1022-3B1F-2BAC-F5E2-2F2AE34ED3AE}"/>
              </a:ext>
            </a:extLst>
          </p:cNvPr>
          <p:cNvSpPr/>
          <p:nvPr/>
        </p:nvSpPr>
        <p:spPr>
          <a:xfrm rot="5400000">
            <a:off x="2618644" y="-1205840"/>
            <a:ext cx="733425" cy="51408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ACE3B1-50CF-3DF1-9EB6-DB693251D50B}"/>
              </a:ext>
            </a:extLst>
          </p:cNvPr>
          <p:cNvSpPr/>
          <p:nvPr/>
        </p:nvSpPr>
        <p:spPr>
          <a:xfrm>
            <a:off x="4094286" y="633039"/>
            <a:ext cx="733425" cy="51206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C86ADD-04F9-6F24-6825-0332E077677D}"/>
              </a:ext>
            </a:extLst>
          </p:cNvPr>
          <p:cNvSpPr/>
          <p:nvPr/>
        </p:nvSpPr>
        <p:spPr>
          <a:xfrm>
            <a:off x="2618643" y="633039"/>
            <a:ext cx="733425" cy="51206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F6CF39E-3F9D-411D-47B8-F80A49BB89FA}"/>
              </a:ext>
            </a:extLst>
          </p:cNvPr>
          <p:cNvSpPr/>
          <p:nvPr/>
        </p:nvSpPr>
        <p:spPr>
          <a:xfrm>
            <a:off x="1143000" y="633039"/>
            <a:ext cx="733425" cy="51206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6868AE69-FBDF-BE57-780E-0F390355C6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909892"/>
              </p:ext>
            </p:extLst>
          </p:nvPr>
        </p:nvGraphicFramePr>
        <p:xfrm>
          <a:off x="6842125" y="624945"/>
          <a:ext cx="2620329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043">
                  <a:extLst>
                    <a:ext uri="{9D8B030D-6E8A-4147-A177-3AD203B41FA5}">
                      <a16:colId xmlns:a16="http://schemas.microsoft.com/office/drawing/2014/main" val="1761311591"/>
                    </a:ext>
                  </a:extLst>
                </a:gridCol>
                <a:gridCol w="949643">
                  <a:extLst>
                    <a:ext uri="{9D8B030D-6E8A-4147-A177-3AD203B41FA5}">
                      <a16:colId xmlns:a16="http://schemas.microsoft.com/office/drawing/2014/main" val="1743175533"/>
                    </a:ext>
                  </a:extLst>
                </a:gridCol>
                <a:gridCol w="949643">
                  <a:extLst>
                    <a:ext uri="{9D8B030D-6E8A-4147-A177-3AD203B41FA5}">
                      <a16:colId xmlns:a16="http://schemas.microsoft.com/office/drawing/2014/main" val="10818448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차량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출발지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목적지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690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76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k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756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118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571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5658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0617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762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330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08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74822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52DDC0B-8316-172D-916D-7453A7E6E4F1}"/>
              </a:ext>
            </a:extLst>
          </p:cNvPr>
          <p:cNvGraphicFramePr>
            <a:graphicFrameLocks noGrp="1"/>
          </p:cNvGraphicFramePr>
          <p:nvPr/>
        </p:nvGraphicFramePr>
        <p:xfrm>
          <a:off x="414956" y="633039"/>
          <a:ext cx="5140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165736526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578453009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69191703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318590764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848282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885467549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304331592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940921610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735921439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3465473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826755549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61918380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243221687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296022499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6526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11507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2065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66262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6131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99577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2339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56345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3376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7383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188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080346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684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481213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FC63E49-7A50-BF9F-25C4-707A9477A0EF}"/>
              </a:ext>
            </a:extLst>
          </p:cNvPr>
          <p:cNvSpPr txBox="1"/>
          <p:nvPr/>
        </p:nvSpPr>
        <p:spPr>
          <a:xfrm>
            <a:off x="1133478" y="624945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b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27177D-B30D-A622-9244-4C80421AD0A7}"/>
              </a:ext>
            </a:extLst>
          </p:cNvPr>
          <p:cNvSpPr txBox="1"/>
          <p:nvPr/>
        </p:nvSpPr>
        <p:spPr>
          <a:xfrm>
            <a:off x="2613882" y="624945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c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A3C7CF-EF58-3073-B49A-C06294312354}"/>
              </a:ext>
            </a:extLst>
          </p:cNvPr>
          <p:cNvSpPr txBox="1"/>
          <p:nvPr/>
        </p:nvSpPr>
        <p:spPr>
          <a:xfrm>
            <a:off x="4094285" y="624945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d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E24821-84ED-2C64-E8FE-CA4937732C5B}"/>
              </a:ext>
            </a:extLst>
          </p:cNvPr>
          <p:cNvSpPr txBox="1"/>
          <p:nvPr/>
        </p:nvSpPr>
        <p:spPr>
          <a:xfrm>
            <a:off x="5193803" y="995229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e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4D0FF7-C930-02B7-678B-A8AB545725D4}"/>
              </a:ext>
            </a:extLst>
          </p:cNvPr>
          <p:cNvSpPr txBox="1"/>
          <p:nvPr/>
        </p:nvSpPr>
        <p:spPr>
          <a:xfrm>
            <a:off x="1514364" y="624945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B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DFFAE1-93F0-03B7-E813-0A295EEB5008}"/>
              </a:ext>
            </a:extLst>
          </p:cNvPr>
          <p:cNvSpPr txBox="1"/>
          <p:nvPr/>
        </p:nvSpPr>
        <p:spPr>
          <a:xfrm>
            <a:off x="2994767" y="624945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C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C4D4DA-4905-BA79-5B77-CAFA7DA6BAD8}"/>
              </a:ext>
            </a:extLst>
          </p:cNvPr>
          <p:cNvSpPr txBox="1"/>
          <p:nvPr/>
        </p:nvSpPr>
        <p:spPr>
          <a:xfrm>
            <a:off x="4460998" y="624945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D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F4C2C2-CCE5-2B09-44CF-B05DEC643261}"/>
              </a:ext>
            </a:extLst>
          </p:cNvPr>
          <p:cNvSpPr txBox="1"/>
          <p:nvPr/>
        </p:nvSpPr>
        <p:spPr>
          <a:xfrm>
            <a:off x="5193803" y="1370036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E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DA0E56-CF86-6BCA-1E00-62984461F143}"/>
              </a:ext>
            </a:extLst>
          </p:cNvPr>
          <p:cNvSpPr txBox="1"/>
          <p:nvPr/>
        </p:nvSpPr>
        <p:spPr>
          <a:xfrm>
            <a:off x="5193803" y="2833553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f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4A4742-37E8-F6CD-63BF-5C272783C4C2}"/>
              </a:ext>
            </a:extLst>
          </p:cNvPr>
          <p:cNvSpPr txBox="1"/>
          <p:nvPr/>
        </p:nvSpPr>
        <p:spPr>
          <a:xfrm>
            <a:off x="5193803" y="3208360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F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9DF60E-853F-EDFF-55A6-277C8DDE073F}"/>
              </a:ext>
            </a:extLst>
          </p:cNvPr>
          <p:cNvSpPr txBox="1"/>
          <p:nvPr/>
        </p:nvSpPr>
        <p:spPr>
          <a:xfrm>
            <a:off x="5193803" y="4298366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g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ED3DDA-D74E-82C0-999A-405F4353D51F}"/>
              </a:ext>
            </a:extLst>
          </p:cNvPr>
          <p:cNvSpPr txBox="1"/>
          <p:nvPr/>
        </p:nvSpPr>
        <p:spPr>
          <a:xfrm>
            <a:off x="5193803" y="4673173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G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E0E48A-78F0-78A2-88A1-2C2CCB0A5822}"/>
              </a:ext>
            </a:extLst>
          </p:cNvPr>
          <p:cNvSpPr txBox="1"/>
          <p:nvPr/>
        </p:nvSpPr>
        <p:spPr>
          <a:xfrm>
            <a:off x="1133478" y="5388394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J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AEBBAE-1395-62D5-AA6B-B3C7AB30F258}"/>
              </a:ext>
            </a:extLst>
          </p:cNvPr>
          <p:cNvSpPr txBox="1"/>
          <p:nvPr/>
        </p:nvSpPr>
        <p:spPr>
          <a:xfrm>
            <a:off x="2613882" y="5388394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I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F37A93-C35E-EC43-C6CC-6A3119BF5E36}"/>
              </a:ext>
            </a:extLst>
          </p:cNvPr>
          <p:cNvSpPr txBox="1"/>
          <p:nvPr/>
        </p:nvSpPr>
        <p:spPr>
          <a:xfrm>
            <a:off x="4094285" y="5388394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H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B73C27-741A-E948-DF0A-89E09E21EFA8}"/>
              </a:ext>
            </a:extLst>
          </p:cNvPr>
          <p:cNvSpPr txBox="1"/>
          <p:nvPr/>
        </p:nvSpPr>
        <p:spPr>
          <a:xfrm>
            <a:off x="1514364" y="5388394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j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1F0232-0D7E-02DE-779D-794D81A93238}"/>
              </a:ext>
            </a:extLst>
          </p:cNvPr>
          <p:cNvSpPr txBox="1"/>
          <p:nvPr/>
        </p:nvSpPr>
        <p:spPr>
          <a:xfrm>
            <a:off x="2994767" y="5388394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>
                <a:solidFill>
                  <a:srgbClr val="FFFF00"/>
                </a:solidFill>
              </a:rPr>
              <a:t>i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6E3DAE-E30A-AA6C-B70E-726D7378A60B}"/>
              </a:ext>
            </a:extLst>
          </p:cNvPr>
          <p:cNvSpPr txBox="1"/>
          <p:nvPr/>
        </p:nvSpPr>
        <p:spPr>
          <a:xfrm>
            <a:off x="4460998" y="5388394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h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F27E20-A2D2-416B-2CA5-89EBF493F3EB}"/>
              </a:ext>
            </a:extLst>
          </p:cNvPr>
          <p:cNvSpPr txBox="1"/>
          <p:nvPr/>
        </p:nvSpPr>
        <p:spPr>
          <a:xfrm>
            <a:off x="410193" y="995229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A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303C9A-AC90-C924-1E44-4A777FE79F59}"/>
              </a:ext>
            </a:extLst>
          </p:cNvPr>
          <p:cNvSpPr txBox="1"/>
          <p:nvPr/>
        </p:nvSpPr>
        <p:spPr>
          <a:xfrm>
            <a:off x="410193" y="1370036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a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A3411B-15D6-9E37-D95C-8F0AEDA49184}"/>
              </a:ext>
            </a:extLst>
          </p:cNvPr>
          <p:cNvSpPr txBox="1"/>
          <p:nvPr/>
        </p:nvSpPr>
        <p:spPr>
          <a:xfrm>
            <a:off x="410193" y="2833553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L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3571FE-DCE3-87D8-C229-7AC1506FAC54}"/>
              </a:ext>
            </a:extLst>
          </p:cNvPr>
          <p:cNvSpPr txBox="1"/>
          <p:nvPr/>
        </p:nvSpPr>
        <p:spPr>
          <a:xfrm>
            <a:off x="410193" y="3208360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l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A3E6D5-0005-2071-A7FD-AFDB1D752E73}"/>
              </a:ext>
            </a:extLst>
          </p:cNvPr>
          <p:cNvSpPr txBox="1"/>
          <p:nvPr/>
        </p:nvSpPr>
        <p:spPr>
          <a:xfrm>
            <a:off x="410193" y="4298366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K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6AE31C-ED95-FC65-98AA-EAD608B84A70}"/>
              </a:ext>
            </a:extLst>
          </p:cNvPr>
          <p:cNvSpPr txBox="1"/>
          <p:nvPr/>
        </p:nvSpPr>
        <p:spPr>
          <a:xfrm>
            <a:off x="410193" y="4673173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k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664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B802C-8040-DADE-7343-098B6FF4A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59D7C33-AB3E-2476-C93C-DA84651960BA}"/>
              </a:ext>
            </a:extLst>
          </p:cNvPr>
          <p:cNvSpPr/>
          <p:nvPr/>
        </p:nvSpPr>
        <p:spPr>
          <a:xfrm rot="5400000">
            <a:off x="2623402" y="2086478"/>
            <a:ext cx="733425" cy="51503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A794605-5A4F-01A4-03DD-D2A1FD84CC8E}"/>
              </a:ext>
            </a:extLst>
          </p:cNvPr>
          <p:cNvSpPr/>
          <p:nvPr/>
        </p:nvSpPr>
        <p:spPr>
          <a:xfrm rot="5400000">
            <a:off x="2623404" y="627724"/>
            <a:ext cx="733425" cy="51503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FC47E36-0DEF-CB40-0E7E-B85F1ACF5E42}"/>
              </a:ext>
            </a:extLst>
          </p:cNvPr>
          <p:cNvSpPr/>
          <p:nvPr/>
        </p:nvSpPr>
        <p:spPr>
          <a:xfrm rot="5400000">
            <a:off x="2618644" y="-1205840"/>
            <a:ext cx="733425" cy="51408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E6CC7F5-18D4-E790-65DC-4643B72BA79C}"/>
              </a:ext>
            </a:extLst>
          </p:cNvPr>
          <p:cNvSpPr/>
          <p:nvPr/>
        </p:nvSpPr>
        <p:spPr>
          <a:xfrm>
            <a:off x="4094286" y="633039"/>
            <a:ext cx="733425" cy="51206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3DBFD8A-89F5-B50F-0C40-7896D3AE8594}"/>
              </a:ext>
            </a:extLst>
          </p:cNvPr>
          <p:cNvSpPr/>
          <p:nvPr/>
        </p:nvSpPr>
        <p:spPr>
          <a:xfrm>
            <a:off x="2618643" y="633039"/>
            <a:ext cx="733425" cy="51206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17B0063-8AED-D401-D9C7-B995CF0FE8D4}"/>
              </a:ext>
            </a:extLst>
          </p:cNvPr>
          <p:cNvSpPr/>
          <p:nvPr/>
        </p:nvSpPr>
        <p:spPr>
          <a:xfrm>
            <a:off x="1143000" y="633039"/>
            <a:ext cx="733425" cy="51206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A686E3-8D77-19E6-0E8D-267E21D75C3E}"/>
              </a:ext>
            </a:extLst>
          </p:cNvPr>
          <p:cNvSpPr txBox="1"/>
          <p:nvPr/>
        </p:nvSpPr>
        <p:spPr>
          <a:xfrm>
            <a:off x="1133478" y="624945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b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FDB97E-350C-1481-C7FD-8D3A485BF263}"/>
              </a:ext>
            </a:extLst>
          </p:cNvPr>
          <p:cNvSpPr txBox="1"/>
          <p:nvPr/>
        </p:nvSpPr>
        <p:spPr>
          <a:xfrm>
            <a:off x="2613882" y="624945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c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F8FB70-3079-BC0C-C749-9460FF5046B0}"/>
              </a:ext>
            </a:extLst>
          </p:cNvPr>
          <p:cNvSpPr txBox="1"/>
          <p:nvPr/>
        </p:nvSpPr>
        <p:spPr>
          <a:xfrm>
            <a:off x="4094285" y="624945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d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60543A-FDF2-4592-E711-FBB462E404F5}"/>
              </a:ext>
            </a:extLst>
          </p:cNvPr>
          <p:cNvSpPr txBox="1"/>
          <p:nvPr/>
        </p:nvSpPr>
        <p:spPr>
          <a:xfrm>
            <a:off x="5193803" y="995229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e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8A1DAC-B59F-D97E-A6A2-98216F4940E4}"/>
              </a:ext>
            </a:extLst>
          </p:cNvPr>
          <p:cNvSpPr txBox="1"/>
          <p:nvPr/>
        </p:nvSpPr>
        <p:spPr>
          <a:xfrm>
            <a:off x="1514364" y="624945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B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4E85AE-8C39-61C9-90DE-A86CB0F28EE8}"/>
              </a:ext>
            </a:extLst>
          </p:cNvPr>
          <p:cNvSpPr txBox="1"/>
          <p:nvPr/>
        </p:nvSpPr>
        <p:spPr>
          <a:xfrm>
            <a:off x="2994767" y="624945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C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EF711A-C8F2-EDBE-F02F-21B152E50E54}"/>
              </a:ext>
            </a:extLst>
          </p:cNvPr>
          <p:cNvSpPr txBox="1"/>
          <p:nvPr/>
        </p:nvSpPr>
        <p:spPr>
          <a:xfrm>
            <a:off x="4460998" y="624945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D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334C15-BECB-7199-BB08-05F9B944A1AA}"/>
              </a:ext>
            </a:extLst>
          </p:cNvPr>
          <p:cNvSpPr txBox="1"/>
          <p:nvPr/>
        </p:nvSpPr>
        <p:spPr>
          <a:xfrm>
            <a:off x="5193803" y="1370036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E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6EABF1-2C0B-B615-348B-19B104F74059}"/>
              </a:ext>
            </a:extLst>
          </p:cNvPr>
          <p:cNvSpPr txBox="1"/>
          <p:nvPr/>
        </p:nvSpPr>
        <p:spPr>
          <a:xfrm>
            <a:off x="5193803" y="2833553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f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12DFB2-F97E-CEA6-03FE-7BECA1ABA689}"/>
              </a:ext>
            </a:extLst>
          </p:cNvPr>
          <p:cNvSpPr txBox="1"/>
          <p:nvPr/>
        </p:nvSpPr>
        <p:spPr>
          <a:xfrm>
            <a:off x="5193803" y="3208360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F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3C1BBA-5314-4CF6-3C52-E534EA0B309E}"/>
              </a:ext>
            </a:extLst>
          </p:cNvPr>
          <p:cNvSpPr txBox="1"/>
          <p:nvPr/>
        </p:nvSpPr>
        <p:spPr>
          <a:xfrm>
            <a:off x="5193803" y="4298366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g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5D868C-D812-6E6F-68FD-B2E1AA642762}"/>
              </a:ext>
            </a:extLst>
          </p:cNvPr>
          <p:cNvSpPr txBox="1"/>
          <p:nvPr/>
        </p:nvSpPr>
        <p:spPr>
          <a:xfrm>
            <a:off x="5193803" y="4673173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G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CAB350-C194-2315-447B-CB44AF5A78F9}"/>
              </a:ext>
            </a:extLst>
          </p:cNvPr>
          <p:cNvSpPr txBox="1"/>
          <p:nvPr/>
        </p:nvSpPr>
        <p:spPr>
          <a:xfrm>
            <a:off x="1133478" y="5388394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J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D435D1-848B-48C5-0787-5E6FECB21D52}"/>
              </a:ext>
            </a:extLst>
          </p:cNvPr>
          <p:cNvSpPr txBox="1"/>
          <p:nvPr/>
        </p:nvSpPr>
        <p:spPr>
          <a:xfrm>
            <a:off x="2613882" y="5388394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I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E55314-7267-6F76-FD8E-467CBCA18560}"/>
              </a:ext>
            </a:extLst>
          </p:cNvPr>
          <p:cNvSpPr txBox="1"/>
          <p:nvPr/>
        </p:nvSpPr>
        <p:spPr>
          <a:xfrm>
            <a:off x="4094285" y="5388394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H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CF688C-828B-DF42-6E02-9A6704EC432C}"/>
              </a:ext>
            </a:extLst>
          </p:cNvPr>
          <p:cNvSpPr txBox="1"/>
          <p:nvPr/>
        </p:nvSpPr>
        <p:spPr>
          <a:xfrm>
            <a:off x="1514364" y="5388394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j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919234-4EC9-E877-01A2-E6C12D094042}"/>
              </a:ext>
            </a:extLst>
          </p:cNvPr>
          <p:cNvSpPr txBox="1"/>
          <p:nvPr/>
        </p:nvSpPr>
        <p:spPr>
          <a:xfrm>
            <a:off x="2994767" y="5388394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>
                <a:solidFill>
                  <a:srgbClr val="FFFF00"/>
                </a:solidFill>
              </a:rPr>
              <a:t>i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4B2A0B-0BCF-C8B6-6895-9832B642483A}"/>
              </a:ext>
            </a:extLst>
          </p:cNvPr>
          <p:cNvSpPr txBox="1"/>
          <p:nvPr/>
        </p:nvSpPr>
        <p:spPr>
          <a:xfrm>
            <a:off x="4460998" y="5388394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h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D436B7-9701-51E8-05EC-265A91912B63}"/>
              </a:ext>
            </a:extLst>
          </p:cNvPr>
          <p:cNvSpPr txBox="1"/>
          <p:nvPr/>
        </p:nvSpPr>
        <p:spPr>
          <a:xfrm>
            <a:off x="410193" y="995229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A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B86C1F-2C69-45C1-1C4E-2076BD31E63B}"/>
              </a:ext>
            </a:extLst>
          </p:cNvPr>
          <p:cNvSpPr txBox="1"/>
          <p:nvPr/>
        </p:nvSpPr>
        <p:spPr>
          <a:xfrm>
            <a:off x="410193" y="1370036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a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7E143C-31B0-455C-8AF1-641F9F7BCDE9}"/>
              </a:ext>
            </a:extLst>
          </p:cNvPr>
          <p:cNvSpPr txBox="1"/>
          <p:nvPr/>
        </p:nvSpPr>
        <p:spPr>
          <a:xfrm>
            <a:off x="410193" y="2833553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L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D5A958-E060-E088-84CE-8A5E91E070A9}"/>
              </a:ext>
            </a:extLst>
          </p:cNvPr>
          <p:cNvSpPr txBox="1"/>
          <p:nvPr/>
        </p:nvSpPr>
        <p:spPr>
          <a:xfrm>
            <a:off x="410193" y="3208360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l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FB49B0-F415-AFD8-C33A-7A9AAD6D3291}"/>
              </a:ext>
            </a:extLst>
          </p:cNvPr>
          <p:cNvSpPr txBox="1"/>
          <p:nvPr/>
        </p:nvSpPr>
        <p:spPr>
          <a:xfrm>
            <a:off x="410193" y="4298366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K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ED439C-E4F5-E093-5697-772FCFB872F6}"/>
              </a:ext>
            </a:extLst>
          </p:cNvPr>
          <p:cNvSpPr txBox="1"/>
          <p:nvPr/>
        </p:nvSpPr>
        <p:spPr>
          <a:xfrm>
            <a:off x="410193" y="4673173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k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D194829E-F112-68C0-2B77-EC4C4A707CC9}"/>
              </a:ext>
            </a:extLst>
          </p:cNvPr>
          <p:cNvGraphicFramePr>
            <a:graphicFrameLocks noGrp="1"/>
          </p:cNvGraphicFramePr>
          <p:nvPr/>
        </p:nvGraphicFramePr>
        <p:xfrm>
          <a:off x="6842125" y="624945"/>
          <a:ext cx="2620329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043">
                  <a:extLst>
                    <a:ext uri="{9D8B030D-6E8A-4147-A177-3AD203B41FA5}">
                      <a16:colId xmlns:a16="http://schemas.microsoft.com/office/drawing/2014/main" val="1761311591"/>
                    </a:ext>
                  </a:extLst>
                </a:gridCol>
                <a:gridCol w="949643">
                  <a:extLst>
                    <a:ext uri="{9D8B030D-6E8A-4147-A177-3AD203B41FA5}">
                      <a16:colId xmlns:a16="http://schemas.microsoft.com/office/drawing/2014/main" val="1743175533"/>
                    </a:ext>
                  </a:extLst>
                </a:gridCol>
                <a:gridCol w="949643">
                  <a:extLst>
                    <a:ext uri="{9D8B030D-6E8A-4147-A177-3AD203B41FA5}">
                      <a16:colId xmlns:a16="http://schemas.microsoft.com/office/drawing/2014/main" val="10818448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차량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출발지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목적지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690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76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k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756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118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571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5658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0617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762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330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08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74822"/>
                  </a:ext>
                </a:extLst>
              </a:tr>
            </a:tbl>
          </a:graphicData>
        </a:graphic>
      </p:graphicFrame>
      <p:sp>
        <p:nvSpPr>
          <p:cNvPr id="12" name="타원 11">
            <a:extLst>
              <a:ext uri="{FF2B5EF4-FFF2-40B4-BE49-F238E27FC236}">
                <a16:creationId xmlns:a16="http://schemas.microsoft.com/office/drawing/2014/main" id="{5617A37F-B79B-C169-C2DD-05E34C6C2B54}"/>
              </a:ext>
            </a:extLst>
          </p:cNvPr>
          <p:cNvSpPr/>
          <p:nvPr/>
        </p:nvSpPr>
        <p:spPr>
          <a:xfrm>
            <a:off x="453054" y="1411827"/>
            <a:ext cx="285750" cy="28575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1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A822E7F8-32FF-187E-4683-8C6D6CBB5DC6}"/>
              </a:ext>
            </a:extLst>
          </p:cNvPr>
          <p:cNvSpPr/>
          <p:nvPr/>
        </p:nvSpPr>
        <p:spPr>
          <a:xfrm>
            <a:off x="1176339" y="672569"/>
            <a:ext cx="285750" cy="28575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8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16934D64-27AE-7391-A458-7F90A467038D}"/>
              </a:ext>
            </a:extLst>
          </p:cNvPr>
          <p:cNvSpPr/>
          <p:nvPr/>
        </p:nvSpPr>
        <p:spPr>
          <a:xfrm>
            <a:off x="2660833" y="672569"/>
            <a:ext cx="285750" cy="28575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3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E20D9C73-F82E-D381-3E26-FD042BDCF64A}"/>
              </a:ext>
            </a:extLst>
          </p:cNvPr>
          <p:cNvSpPr/>
          <p:nvPr/>
        </p:nvSpPr>
        <p:spPr>
          <a:xfrm>
            <a:off x="4137146" y="672569"/>
            <a:ext cx="285750" cy="28575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7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8ED82712-3118-B578-DBB8-D194A6772247}"/>
              </a:ext>
            </a:extLst>
          </p:cNvPr>
          <p:cNvSpPr/>
          <p:nvPr/>
        </p:nvSpPr>
        <p:spPr>
          <a:xfrm>
            <a:off x="4484810" y="5413268"/>
            <a:ext cx="314325" cy="314325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200" b="1" dirty="0">
                <a:solidFill>
                  <a:srgbClr val="FFFF00"/>
                </a:solidFill>
              </a:rPr>
              <a:t>10</a:t>
            </a:r>
            <a:endParaRPr lang="ko-KR" altLang="en-US" sz="1200" b="1" dirty="0">
              <a:solidFill>
                <a:srgbClr val="FFFF00"/>
              </a:solidFill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4283BB26-594B-255A-18B0-10F12E463553}"/>
              </a:ext>
            </a:extLst>
          </p:cNvPr>
          <p:cNvSpPr/>
          <p:nvPr/>
        </p:nvSpPr>
        <p:spPr>
          <a:xfrm>
            <a:off x="453054" y="3245372"/>
            <a:ext cx="285750" cy="28575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4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E9E88D48-8388-9284-679B-782789DBE077}"/>
              </a:ext>
            </a:extLst>
          </p:cNvPr>
          <p:cNvSpPr/>
          <p:nvPr/>
        </p:nvSpPr>
        <p:spPr>
          <a:xfrm>
            <a:off x="453054" y="4714964"/>
            <a:ext cx="285750" cy="28575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2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B3A678DF-9940-601B-FC41-A81A0D238D03}"/>
              </a:ext>
            </a:extLst>
          </p:cNvPr>
          <p:cNvSpPr/>
          <p:nvPr/>
        </p:nvSpPr>
        <p:spPr>
          <a:xfrm>
            <a:off x="5228372" y="1040352"/>
            <a:ext cx="285750" cy="28575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9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D76F8B7E-AB69-12D7-B413-91401DD703F6}"/>
              </a:ext>
            </a:extLst>
          </p:cNvPr>
          <p:cNvSpPr/>
          <p:nvPr/>
        </p:nvSpPr>
        <p:spPr>
          <a:xfrm>
            <a:off x="5228372" y="2873897"/>
            <a:ext cx="285750" cy="28575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5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E81BF762-11C6-E277-282A-63FD1D12DB3A}"/>
              </a:ext>
            </a:extLst>
          </p:cNvPr>
          <p:cNvSpPr/>
          <p:nvPr/>
        </p:nvSpPr>
        <p:spPr>
          <a:xfrm>
            <a:off x="5228372" y="4343489"/>
            <a:ext cx="285750" cy="28575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6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CCB47BE-6B5F-20B2-92C9-9143965F5B34}"/>
              </a:ext>
            </a:extLst>
          </p:cNvPr>
          <p:cNvSpPr txBox="1"/>
          <p:nvPr/>
        </p:nvSpPr>
        <p:spPr>
          <a:xfrm>
            <a:off x="0" y="0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이동 전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686AB5E-4E78-9FBF-ABE9-FDB1D92B2FFF}"/>
              </a:ext>
            </a:extLst>
          </p:cNvPr>
          <p:cNvGraphicFramePr>
            <a:graphicFrameLocks noGrp="1"/>
          </p:cNvGraphicFramePr>
          <p:nvPr/>
        </p:nvGraphicFramePr>
        <p:xfrm>
          <a:off x="414956" y="633039"/>
          <a:ext cx="5140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165736526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578453009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69191703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318590764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848282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885467549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304331592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940921610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735921439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3465473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826755549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61918380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243221687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296022499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6526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11507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2065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66262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6131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99577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2339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56345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3376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7383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188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080346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684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4812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9593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FE00F-829C-8EE5-F52C-498D39741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292A3D0-42B2-E715-D946-BD6647F6AEA8}"/>
              </a:ext>
            </a:extLst>
          </p:cNvPr>
          <p:cNvSpPr/>
          <p:nvPr/>
        </p:nvSpPr>
        <p:spPr>
          <a:xfrm rot="5400000">
            <a:off x="2623402" y="2086478"/>
            <a:ext cx="733425" cy="51503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F440BB4-B6EC-EE0A-B575-9A2695D9D6C8}"/>
              </a:ext>
            </a:extLst>
          </p:cNvPr>
          <p:cNvSpPr/>
          <p:nvPr/>
        </p:nvSpPr>
        <p:spPr>
          <a:xfrm rot="5400000">
            <a:off x="2623404" y="627724"/>
            <a:ext cx="733425" cy="51503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F7AD29B-A1C2-B8AD-9450-7ACE577E2046}"/>
              </a:ext>
            </a:extLst>
          </p:cNvPr>
          <p:cNvSpPr/>
          <p:nvPr/>
        </p:nvSpPr>
        <p:spPr>
          <a:xfrm rot="5400000">
            <a:off x="2618644" y="-1205840"/>
            <a:ext cx="733425" cy="51408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7DBDEDB-5E7E-74CB-8018-4D48D1A99825}"/>
              </a:ext>
            </a:extLst>
          </p:cNvPr>
          <p:cNvSpPr/>
          <p:nvPr/>
        </p:nvSpPr>
        <p:spPr>
          <a:xfrm>
            <a:off x="4094286" y="633039"/>
            <a:ext cx="733425" cy="51206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4A88570-1F8F-2E93-A6DF-452CE559487C}"/>
              </a:ext>
            </a:extLst>
          </p:cNvPr>
          <p:cNvSpPr/>
          <p:nvPr/>
        </p:nvSpPr>
        <p:spPr>
          <a:xfrm>
            <a:off x="2618643" y="633039"/>
            <a:ext cx="733425" cy="51206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0588C78-DBAD-A9AD-9481-8648E37BD8A4}"/>
              </a:ext>
            </a:extLst>
          </p:cNvPr>
          <p:cNvSpPr/>
          <p:nvPr/>
        </p:nvSpPr>
        <p:spPr>
          <a:xfrm>
            <a:off x="1143000" y="633039"/>
            <a:ext cx="733425" cy="51206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866DDA-3527-0DE3-3B61-7024ADA5F574}"/>
              </a:ext>
            </a:extLst>
          </p:cNvPr>
          <p:cNvSpPr txBox="1"/>
          <p:nvPr/>
        </p:nvSpPr>
        <p:spPr>
          <a:xfrm>
            <a:off x="1133478" y="624945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b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1CE157-8310-7D26-1741-430EB6C4F2E4}"/>
              </a:ext>
            </a:extLst>
          </p:cNvPr>
          <p:cNvSpPr txBox="1"/>
          <p:nvPr/>
        </p:nvSpPr>
        <p:spPr>
          <a:xfrm>
            <a:off x="2613882" y="624945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c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93E577-F414-A41A-E1A6-F3EB03E607EB}"/>
              </a:ext>
            </a:extLst>
          </p:cNvPr>
          <p:cNvSpPr txBox="1"/>
          <p:nvPr/>
        </p:nvSpPr>
        <p:spPr>
          <a:xfrm>
            <a:off x="4094285" y="624945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d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17F09E-2A29-A318-5E69-351B91897E54}"/>
              </a:ext>
            </a:extLst>
          </p:cNvPr>
          <p:cNvSpPr txBox="1"/>
          <p:nvPr/>
        </p:nvSpPr>
        <p:spPr>
          <a:xfrm>
            <a:off x="5193803" y="995229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e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59C1BC-53FD-F7B4-77A0-C436202437E0}"/>
              </a:ext>
            </a:extLst>
          </p:cNvPr>
          <p:cNvSpPr txBox="1"/>
          <p:nvPr/>
        </p:nvSpPr>
        <p:spPr>
          <a:xfrm>
            <a:off x="1514364" y="624945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B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13F92C-253F-96B5-09F5-D2497599AA85}"/>
              </a:ext>
            </a:extLst>
          </p:cNvPr>
          <p:cNvSpPr txBox="1"/>
          <p:nvPr/>
        </p:nvSpPr>
        <p:spPr>
          <a:xfrm>
            <a:off x="2994767" y="624945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C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14BA75-7C90-773A-83AB-24D78B6D52A3}"/>
              </a:ext>
            </a:extLst>
          </p:cNvPr>
          <p:cNvSpPr txBox="1"/>
          <p:nvPr/>
        </p:nvSpPr>
        <p:spPr>
          <a:xfrm>
            <a:off x="4460998" y="624945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D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2D0359-05DD-4F52-FEFB-DC411A1565C9}"/>
              </a:ext>
            </a:extLst>
          </p:cNvPr>
          <p:cNvSpPr txBox="1"/>
          <p:nvPr/>
        </p:nvSpPr>
        <p:spPr>
          <a:xfrm>
            <a:off x="5193803" y="1370036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E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4C43A0-4DEB-E01D-1B2E-99C6E7D128E7}"/>
              </a:ext>
            </a:extLst>
          </p:cNvPr>
          <p:cNvSpPr txBox="1"/>
          <p:nvPr/>
        </p:nvSpPr>
        <p:spPr>
          <a:xfrm>
            <a:off x="5193803" y="2833553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f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E287BA-44C4-4CE7-1D75-46682E1047C8}"/>
              </a:ext>
            </a:extLst>
          </p:cNvPr>
          <p:cNvSpPr txBox="1"/>
          <p:nvPr/>
        </p:nvSpPr>
        <p:spPr>
          <a:xfrm>
            <a:off x="5193803" y="3208360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F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631C79-347E-11E2-4E71-FB18DC7B592B}"/>
              </a:ext>
            </a:extLst>
          </p:cNvPr>
          <p:cNvSpPr txBox="1"/>
          <p:nvPr/>
        </p:nvSpPr>
        <p:spPr>
          <a:xfrm>
            <a:off x="5193803" y="4298366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g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E7CADC-72A6-E55F-DFBA-9F16082C0A11}"/>
              </a:ext>
            </a:extLst>
          </p:cNvPr>
          <p:cNvSpPr txBox="1"/>
          <p:nvPr/>
        </p:nvSpPr>
        <p:spPr>
          <a:xfrm>
            <a:off x="5193803" y="4673173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G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4CFB76-0538-504D-A7AD-5FBC19F1C813}"/>
              </a:ext>
            </a:extLst>
          </p:cNvPr>
          <p:cNvSpPr txBox="1"/>
          <p:nvPr/>
        </p:nvSpPr>
        <p:spPr>
          <a:xfrm>
            <a:off x="1133478" y="5388394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J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4CD96C-380F-92E6-4601-95206F2D7F56}"/>
              </a:ext>
            </a:extLst>
          </p:cNvPr>
          <p:cNvSpPr txBox="1"/>
          <p:nvPr/>
        </p:nvSpPr>
        <p:spPr>
          <a:xfrm>
            <a:off x="2613882" y="5388394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I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A92332-9306-1020-4BE5-D5B70822180C}"/>
              </a:ext>
            </a:extLst>
          </p:cNvPr>
          <p:cNvSpPr txBox="1"/>
          <p:nvPr/>
        </p:nvSpPr>
        <p:spPr>
          <a:xfrm>
            <a:off x="4094285" y="5388394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H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A71C5F-7206-1CE3-DFB6-21C925A32E83}"/>
              </a:ext>
            </a:extLst>
          </p:cNvPr>
          <p:cNvSpPr txBox="1"/>
          <p:nvPr/>
        </p:nvSpPr>
        <p:spPr>
          <a:xfrm>
            <a:off x="1514364" y="5388394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j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C3DE80-46EC-9DD4-FAB4-0AFF4B54A476}"/>
              </a:ext>
            </a:extLst>
          </p:cNvPr>
          <p:cNvSpPr txBox="1"/>
          <p:nvPr/>
        </p:nvSpPr>
        <p:spPr>
          <a:xfrm>
            <a:off x="2994767" y="5388394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>
                <a:solidFill>
                  <a:srgbClr val="FFFF00"/>
                </a:solidFill>
              </a:rPr>
              <a:t>i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BD4097-DC15-9E4B-1E1E-CE3F7E123ACD}"/>
              </a:ext>
            </a:extLst>
          </p:cNvPr>
          <p:cNvSpPr txBox="1"/>
          <p:nvPr/>
        </p:nvSpPr>
        <p:spPr>
          <a:xfrm>
            <a:off x="4460998" y="5388394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h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D1B2D733-B2FE-90CA-410F-8781786FBDEE}"/>
              </a:ext>
            </a:extLst>
          </p:cNvPr>
          <p:cNvGraphicFramePr>
            <a:graphicFrameLocks noGrp="1"/>
          </p:cNvGraphicFramePr>
          <p:nvPr/>
        </p:nvGraphicFramePr>
        <p:xfrm>
          <a:off x="6842125" y="624945"/>
          <a:ext cx="2620329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043">
                  <a:extLst>
                    <a:ext uri="{9D8B030D-6E8A-4147-A177-3AD203B41FA5}">
                      <a16:colId xmlns:a16="http://schemas.microsoft.com/office/drawing/2014/main" val="1761311591"/>
                    </a:ext>
                  </a:extLst>
                </a:gridCol>
                <a:gridCol w="949643">
                  <a:extLst>
                    <a:ext uri="{9D8B030D-6E8A-4147-A177-3AD203B41FA5}">
                      <a16:colId xmlns:a16="http://schemas.microsoft.com/office/drawing/2014/main" val="1743175533"/>
                    </a:ext>
                  </a:extLst>
                </a:gridCol>
                <a:gridCol w="949643">
                  <a:extLst>
                    <a:ext uri="{9D8B030D-6E8A-4147-A177-3AD203B41FA5}">
                      <a16:colId xmlns:a16="http://schemas.microsoft.com/office/drawing/2014/main" val="10818448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차량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출발지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목적지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690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76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k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756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118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571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5658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0617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762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330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08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74822"/>
                  </a:ext>
                </a:extLst>
              </a:tr>
            </a:tbl>
          </a:graphicData>
        </a:graphic>
      </p:graphicFrame>
      <p:sp>
        <p:nvSpPr>
          <p:cNvPr id="35" name="타원 34">
            <a:extLst>
              <a:ext uri="{FF2B5EF4-FFF2-40B4-BE49-F238E27FC236}">
                <a16:creationId xmlns:a16="http://schemas.microsoft.com/office/drawing/2014/main" id="{3EF6F678-019A-161B-0E39-926AD2DE86AD}"/>
              </a:ext>
            </a:extLst>
          </p:cNvPr>
          <p:cNvSpPr/>
          <p:nvPr/>
        </p:nvSpPr>
        <p:spPr>
          <a:xfrm>
            <a:off x="1176339" y="672569"/>
            <a:ext cx="285750" cy="28575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8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8F8EA434-A206-87CD-1E15-3A3128B19B45}"/>
              </a:ext>
            </a:extLst>
          </p:cNvPr>
          <p:cNvSpPr/>
          <p:nvPr/>
        </p:nvSpPr>
        <p:spPr>
          <a:xfrm>
            <a:off x="2660833" y="672569"/>
            <a:ext cx="285750" cy="28575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3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F58AFF56-D9E8-D05B-70AE-84BC3F9A4A65}"/>
              </a:ext>
            </a:extLst>
          </p:cNvPr>
          <p:cNvSpPr/>
          <p:nvPr/>
        </p:nvSpPr>
        <p:spPr>
          <a:xfrm>
            <a:off x="4137146" y="672569"/>
            <a:ext cx="285750" cy="28575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7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FD248C2F-60C6-0855-15BC-2C464881565E}"/>
              </a:ext>
            </a:extLst>
          </p:cNvPr>
          <p:cNvSpPr/>
          <p:nvPr/>
        </p:nvSpPr>
        <p:spPr>
          <a:xfrm>
            <a:off x="4484810" y="5413268"/>
            <a:ext cx="314325" cy="314325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200" b="1" dirty="0">
                <a:solidFill>
                  <a:srgbClr val="FFFF00"/>
                </a:solidFill>
              </a:rPr>
              <a:t>10</a:t>
            </a:r>
            <a:endParaRPr lang="ko-KR" altLang="en-US" sz="1200" b="1" dirty="0">
              <a:solidFill>
                <a:srgbClr val="FFFF00"/>
              </a:solidFill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B76C1904-910B-3E1C-4813-FBA9DA913F1D}"/>
              </a:ext>
            </a:extLst>
          </p:cNvPr>
          <p:cNvSpPr/>
          <p:nvPr/>
        </p:nvSpPr>
        <p:spPr>
          <a:xfrm>
            <a:off x="5228372" y="1040352"/>
            <a:ext cx="285750" cy="28575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9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9F9DCB69-8899-AE4D-C0E2-FFC325AD6804}"/>
              </a:ext>
            </a:extLst>
          </p:cNvPr>
          <p:cNvSpPr/>
          <p:nvPr/>
        </p:nvSpPr>
        <p:spPr>
          <a:xfrm>
            <a:off x="5228372" y="2873897"/>
            <a:ext cx="285750" cy="28575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5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5419BEE7-C5EA-3CF2-577A-2CDAE9F8E05C}"/>
              </a:ext>
            </a:extLst>
          </p:cNvPr>
          <p:cNvSpPr/>
          <p:nvPr/>
        </p:nvSpPr>
        <p:spPr>
          <a:xfrm>
            <a:off x="5228372" y="4343489"/>
            <a:ext cx="285750" cy="28575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6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DEB0B34-6864-A7A8-E348-1F9ED68B5BBF}"/>
              </a:ext>
            </a:extLst>
          </p:cNvPr>
          <p:cNvSpPr txBox="1"/>
          <p:nvPr/>
        </p:nvSpPr>
        <p:spPr>
          <a:xfrm>
            <a:off x="0" y="0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이동 전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3BA2418-162C-1422-5F1A-909C6937E4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500836"/>
              </p:ext>
            </p:extLst>
          </p:nvPr>
        </p:nvGraphicFramePr>
        <p:xfrm>
          <a:off x="414956" y="633039"/>
          <a:ext cx="5140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165736526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578453009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69191703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318590764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848282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885467549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304331592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940921610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735921439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3465473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826755549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61918380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243221687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296022499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6526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11507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2065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66262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6131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99577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2339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56345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3376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7383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188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080346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684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4812138"/>
                  </a:ext>
                </a:extLst>
              </a:tr>
            </a:tbl>
          </a:graphicData>
        </a:graphic>
      </p:graphicFrame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1DFF6A7E-3C27-9364-89DA-25C5A5B5760A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1313411" y="994277"/>
            <a:ext cx="5804" cy="439411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CF0BCCF8-6617-7F4F-A7B7-4502815EEC42}"/>
              </a:ext>
            </a:extLst>
          </p:cNvPr>
          <p:cNvCxnSpPr>
            <a:cxnSpLocks/>
            <a:stCxn id="12" idx="6"/>
            <a:endCxn id="22" idx="0"/>
          </p:cNvCxnSpPr>
          <p:nvPr/>
        </p:nvCxnSpPr>
        <p:spPr>
          <a:xfrm>
            <a:off x="738804" y="1554702"/>
            <a:ext cx="580411" cy="3833692"/>
          </a:xfrm>
          <a:prstGeom prst="bentConnector2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58F22DFF-6999-D3F3-B16A-6B7521B1872B}"/>
              </a:ext>
            </a:extLst>
          </p:cNvPr>
          <p:cNvCxnSpPr>
            <a:cxnSpLocks/>
            <a:stCxn id="33" idx="3"/>
            <a:endCxn id="17" idx="1"/>
          </p:cNvCxnSpPr>
          <p:nvPr/>
        </p:nvCxnSpPr>
        <p:spPr>
          <a:xfrm flipV="1">
            <a:off x="781666" y="1554702"/>
            <a:ext cx="4412137" cy="3303137"/>
          </a:xfrm>
          <a:prstGeom prst="bentConnector3">
            <a:avLst>
              <a:gd name="adj1" fmla="val 87681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F3D5530B-2C5C-201C-1360-AA3DB71E4B54}"/>
              </a:ext>
            </a:extLst>
          </p:cNvPr>
          <p:cNvCxnSpPr>
            <a:cxnSpLocks/>
            <a:stCxn id="36" idx="4"/>
            <a:endCxn id="23" idx="0"/>
          </p:cNvCxnSpPr>
          <p:nvPr/>
        </p:nvCxnSpPr>
        <p:spPr>
          <a:xfrm rot="5400000">
            <a:off x="586627" y="3171312"/>
            <a:ext cx="4430075" cy="4089"/>
          </a:xfrm>
          <a:prstGeom prst="bentConnector3">
            <a:avLst>
              <a:gd name="adj1" fmla="val 50000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69ADBBF4-2F67-F1DA-9462-DD9F430325CB}"/>
              </a:ext>
            </a:extLst>
          </p:cNvPr>
          <p:cNvCxnSpPr>
            <a:cxnSpLocks/>
            <a:stCxn id="31" idx="3"/>
            <a:endCxn id="24" idx="0"/>
          </p:cNvCxnSpPr>
          <p:nvPr/>
        </p:nvCxnSpPr>
        <p:spPr>
          <a:xfrm>
            <a:off x="781666" y="3393026"/>
            <a:ext cx="3498356" cy="1995368"/>
          </a:xfrm>
          <a:prstGeom prst="bentConnector2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연결선: 꺾임 63">
            <a:extLst>
              <a:ext uri="{FF2B5EF4-FFF2-40B4-BE49-F238E27FC236}">
                <a16:creationId xmlns:a16="http://schemas.microsoft.com/office/drawing/2014/main" id="{5142D735-1CDF-8D8B-E46A-DDB24E68C0D7}"/>
              </a:ext>
            </a:extLst>
          </p:cNvPr>
          <p:cNvCxnSpPr>
            <a:cxnSpLocks/>
            <a:stCxn id="18" idx="1"/>
            <a:endCxn id="17" idx="1"/>
          </p:cNvCxnSpPr>
          <p:nvPr/>
        </p:nvCxnSpPr>
        <p:spPr>
          <a:xfrm rot="10800000">
            <a:off x="5193803" y="1554703"/>
            <a:ext cx="12700" cy="1463517"/>
          </a:xfrm>
          <a:prstGeom prst="bentConnector3">
            <a:avLst>
              <a:gd name="adj1" fmla="val 4287276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F32E35D5-F7DC-2D20-B2F3-5EEAE79200B8}"/>
              </a:ext>
            </a:extLst>
          </p:cNvPr>
          <p:cNvCxnSpPr>
            <a:cxnSpLocks/>
            <a:stCxn id="20" idx="1"/>
            <a:endCxn id="30" idx="3"/>
          </p:cNvCxnSpPr>
          <p:nvPr/>
        </p:nvCxnSpPr>
        <p:spPr>
          <a:xfrm rot="10800000">
            <a:off x="781667" y="3018220"/>
            <a:ext cx="4412137" cy="1464813"/>
          </a:xfrm>
          <a:prstGeom prst="bentConnector3">
            <a:avLst>
              <a:gd name="adj1" fmla="val 79607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DC0138DD-97F2-4997-B6AE-0EFF68385D8F}"/>
              </a:ext>
            </a:extLst>
          </p:cNvPr>
          <p:cNvCxnSpPr>
            <a:cxnSpLocks/>
            <a:stCxn id="11" idx="2"/>
            <a:endCxn id="23" idx="0"/>
          </p:cNvCxnSpPr>
          <p:nvPr/>
        </p:nvCxnSpPr>
        <p:spPr>
          <a:xfrm rot="5400000">
            <a:off x="1342763" y="2451134"/>
            <a:ext cx="4394117" cy="1480403"/>
          </a:xfrm>
          <a:prstGeom prst="bentConnector3">
            <a:avLst>
              <a:gd name="adj1" fmla="val 87656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연결선: 꺾임 76">
            <a:extLst>
              <a:ext uri="{FF2B5EF4-FFF2-40B4-BE49-F238E27FC236}">
                <a16:creationId xmlns:a16="http://schemas.microsoft.com/office/drawing/2014/main" id="{D38AF24A-0782-5729-B0F9-9379AC4E2363}"/>
              </a:ext>
            </a:extLst>
          </p:cNvPr>
          <p:cNvCxnSpPr>
            <a:cxnSpLocks/>
            <a:stCxn id="13" idx="1"/>
            <a:endCxn id="28" idx="3"/>
          </p:cNvCxnSpPr>
          <p:nvPr/>
        </p:nvCxnSpPr>
        <p:spPr>
          <a:xfrm rot="10800000">
            <a:off x="781667" y="1179895"/>
            <a:ext cx="4412137" cy="12700"/>
          </a:xfrm>
          <a:prstGeom prst="bentConnector3">
            <a:avLst>
              <a:gd name="adj1" fmla="val 50000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연결선: 꺾임 79">
            <a:extLst>
              <a:ext uri="{FF2B5EF4-FFF2-40B4-BE49-F238E27FC236}">
                <a16:creationId xmlns:a16="http://schemas.microsoft.com/office/drawing/2014/main" id="{3C723088-C953-548C-F067-6EF46212BC88}"/>
              </a:ext>
            </a:extLst>
          </p:cNvPr>
          <p:cNvCxnSpPr>
            <a:cxnSpLocks/>
            <a:stCxn id="27" idx="0"/>
            <a:endCxn id="15" idx="2"/>
          </p:cNvCxnSpPr>
          <p:nvPr/>
        </p:nvCxnSpPr>
        <p:spPr>
          <a:xfrm rot="16200000" flipV="1">
            <a:off x="1716562" y="2458220"/>
            <a:ext cx="4394117" cy="1466231"/>
          </a:xfrm>
          <a:prstGeom prst="bentConnector3">
            <a:avLst>
              <a:gd name="adj1" fmla="val 94922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6E102D9-E82E-BDE1-4D8E-B512EE7FFB4E}"/>
              </a:ext>
            </a:extLst>
          </p:cNvPr>
          <p:cNvSpPr txBox="1"/>
          <p:nvPr/>
        </p:nvSpPr>
        <p:spPr>
          <a:xfrm>
            <a:off x="410193" y="995229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A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CA89EE-BF76-7BF0-F242-7ABAACF26781}"/>
              </a:ext>
            </a:extLst>
          </p:cNvPr>
          <p:cNvSpPr txBox="1"/>
          <p:nvPr/>
        </p:nvSpPr>
        <p:spPr>
          <a:xfrm>
            <a:off x="410193" y="1370036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a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98CC79-58DB-D193-82B1-EB20B0B4B951}"/>
              </a:ext>
            </a:extLst>
          </p:cNvPr>
          <p:cNvSpPr txBox="1"/>
          <p:nvPr/>
        </p:nvSpPr>
        <p:spPr>
          <a:xfrm>
            <a:off x="410193" y="2833553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L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D75B09-F041-623F-8A4D-F2219B5E9327}"/>
              </a:ext>
            </a:extLst>
          </p:cNvPr>
          <p:cNvSpPr txBox="1"/>
          <p:nvPr/>
        </p:nvSpPr>
        <p:spPr>
          <a:xfrm>
            <a:off x="410193" y="3208360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l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F88C3D-E4BF-CCAE-4317-E37CDA70E25E}"/>
              </a:ext>
            </a:extLst>
          </p:cNvPr>
          <p:cNvSpPr txBox="1"/>
          <p:nvPr/>
        </p:nvSpPr>
        <p:spPr>
          <a:xfrm>
            <a:off x="410193" y="4298366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K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ADA4A0-0AB9-02FF-3552-8676D7484E70}"/>
              </a:ext>
            </a:extLst>
          </p:cNvPr>
          <p:cNvSpPr txBox="1"/>
          <p:nvPr/>
        </p:nvSpPr>
        <p:spPr>
          <a:xfrm>
            <a:off x="410193" y="4673173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k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01D49BC-4F16-733D-222E-F53B766F891B}"/>
              </a:ext>
            </a:extLst>
          </p:cNvPr>
          <p:cNvSpPr/>
          <p:nvPr/>
        </p:nvSpPr>
        <p:spPr>
          <a:xfrm>
            <a:off x="453054" y="1411827"/>
            <a:ext cx="285750" cy="28575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1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F403F943-383C-5786-ABF5-C8B0FC5C7FCB}"/>
              </a:ext>
            </a:extLst>
          </p:cNvPr>
          <p:cNvSpPr/>
          <p:nvPr/>
        </p:nvSpPr>
        <p:spPr>
          <a:xfrm>
            <a:off x="453054" y="3245372"/>
            <a:ext cx="285750" cy="28575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4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3359B888-469F-6BA4-32CA-5822C7938660}"/>
              </a:ext>
            </a:extLst>
          </p:cNvPr>
          <p:cNvSpPr/>
          <p:nvPr/>
        </p:nvSpPr>
        <p:spPr>
          <a:xfrm>
            <a:off x="453054" y="4714964"/>
            <a:ext cx="285750" cy="28575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2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5603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23EF4-839C-09F8-9E46-1102E4DAD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0CF5110-E2BE-4CB3-FF81-C449F8ABBB6E}"/>
              </a:ext>
            </a:extLst>
          </p:cNvPr>
          <p:cNvSpPr/>
          <p:nvPr/>
        </p:nvSpPr>
        <p:spPr>
          <a:xfrm rot="5400000">
            <a:off x="2623402" y="2086478"/>
            <a:ext cx="733425" cy="51503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78BD07B-8487-F09A-1406-FCFEC1305083}"/>
              </a:ext>
            </a:extLst>
          </p:cNvPr>
          <p:cNvSpPr/>
          <p:nvPr/>
        </p:nvSpPr>
        <p:spPr>
          <a:xfrm rot="5400000">
            <a:off x="2623404" y="627724"/>
            <a:ext cx="733425" cy="51503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A86DFE-B269-95B5-3FE8-129D4FCB6FD2}"/>
              </a:ext>
            </a:extLst>
          </p:cNvPr>
          <p:cNvSpPr/>
          <p:nvPr/>
        </p:nvSpPr>
        <p:spPr>
          <a:xfrm rot="5400000">
            <a:off x="2618644" y="-1205840"/>
            <a:ext cx="733425" cy="51408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BBBA4D3-137D-93BE-EABF-36F2B4D32B33}"/>
              </a:ext>
            </a:extLst>
          </p:cNvPr>
          <p:cNvSpPr/>
          <p:nvPr/>
        </p:nvSpPr>
        <p:spPr>
          <a:xfrm>
            <a:off x="4094286" y="633039"/>
            <a:ext cx="733425" cy="51206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EC14ED0-782C-3743-3CE2-CAC4704770CC}"/>
              </a:ext>
            </a:extLst>
          </p:cNvPr>
          <p:cNvSpPr/>
          <p:nvPr/>
        </p:nvSpPr>
        <p:spPr>
          <a:xfrm>
            <a:off x="2618643" y="633039"/>
            <a:ext cx="733425" cy="51206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0794782-51EA-6B49-19BD-5772C3B10770}"/>
              </a:ext>
            </a:extLst>
          </p:cNvPr>
          <p:cNvSpPr/>
          <p:nvPr/>
        </p:nvSpPr>
        <p:spPr>
          <a:xfrm>
            <a:off x="1143000" y="633039"/>
            <a:ext cx="733425" cy="51206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1C7D5A-BFBA-3D67-8C2D-9E54BB895F44}"/>
              </a:ext>
            </a:extLst>
          </p:cNvPr>
          <p:cNvSpPr txBox="1"/>
          <p:nvPr/>
        </p:nvSpPr>
        <p:spPr>
          <a:xfrm>
            <a:off x="1133478" y="624945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b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539126-7115-8450-737F-576E22458B1B}"/>
              </a:ext>
            </a:extLst>
          </p:cNvPr>
          <p:cNvSpPr txBox="1"/>
          <p:nvPr/>
        </p:nvSpPr>
        <p:spPr>
          <a:xfrm>
            <a:off x="2613882" y="624945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c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3938DE-662F-2598-F2B2-CFA5ED014AE9}"/>
              </a:ext>
            </a:extLst>
          </p:cNvPr>
          <p:cNvSpPr txBox="1"/>
          <p:nvPr/>
        </p:nvSpPr>
        <p:spPr>
          <a:xfrm>
            <a:off x="4094285" y="624945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d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2E7F1E-C6D1-A8D5-4908-4EBBA74EA66A}"/>
              </a:ext>
            </a:extLst>
          </p:cNvPr>
          <p:cNvSpPr txBox="1"/>
          <p:nvPr/>
        </p:nvSpPr>
        <p:spPr>
          <a:xfrm>
            <a:off x="5193803" y="995229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e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0E98D1-022F-A074-6A86-4BA280FD1129}"/>
              </a:ext>
            </a:extLst>
          </p:cNvPr>
          <p:cNvSpPr txBox="1"/>
          <p:nvPr/>
        </p:nvSpPr>
        <p:spPr>
          <a:xfrm>
            <a:off x="1514364" y="624945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B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57FE33-93EC-A25A-DDF4-39FFD1EB5249}"/>
              </a:ext>
            </a:extLst>
          </p:cNvPr>
          <p:cNvSpPr txBox="1"/>
          <p:nvPr/>
        </p:nvSpPr>
        <p:spPr>
          <a:xfrm>
            <a:off x="2994767" y="624945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C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C7A153-37BE-7C61-CAD6-C3A811121223}"/>
              </a:ext>
            </a:extLst>
          </p:cNvPr>
          <p:cNvSpPr txBox="1"/>
          <p:nvPr/>
        </p:nvSpPr>
        <p:spPr>
          <a:xfrm>
            <a:off x="4460998" y="624945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D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584B26-9399-CB8E-E80B-278EADD47183}"/>
              </a:ext>
            </a:extLst>
          </p:cNvPr>
          <p:cNvSpPr txBox="1"/>
          <p:nvPr/>
        </p:nvSpPr>
        <p:spPr>
          <a:xfrm>
            <a:off x="5193803" y="1370036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E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1D8C12-530D-77A7-5582-9E573BF46BBE}"/>
              </a:ext>
            </a:extLst>
          </p:cNvPr>
          <p:cNvSpPr txBox="1"/>
          <p:nvPr/>
        </p:nvSpPr>
        <p:spPr>
          <a:xfrm>
            <a:off x="5193803" y="2833553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f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72B3EF-0C1B-88BB-9DEA-FD5A5B647E64}"/>
              </a:ext>
            </a:extLst>
          </p:cNvPr>
          <p:cNvSpPr txBox="1"/>
          <p:nvPr/>
        </p:nvSpPr>
        <p:spPr>
          <a:xfrm>
            <a:off x="5193803" y="3208360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F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7C9544-9CF9-1A31-4875-24A9910C10A2}"/>
              </a:ext>
            </a:extLst>
          </p:cNvPr>
          <p:cNvSpPr txBox="1"/>
          <p:nvPr/>
        </p:nvSpPr>
        <p:spPr>
          <a:xfrm>
            <a:off x="5193803" y="4298366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g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9693F1-B004-5392-644B-C30F05B06742}"/>
              </a:ext>
            </a:extLst>
          </p:cNvPr>
          <p:cNvSpPr txBox="1"/>
          <p:nvPr/>
        </p:nvSpPr>
        <p:spPr>
          <a:xfrm>
            <a:off x="5193803" y="4673173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G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ABEEDD-1ECD-2D36-D606-AE83AB645290}"/>
              </a:ext>
            </a:extLst>
          </p:cNvPr>
          <p:cNvSpPr txBox="1"/>
          <p:nvPr/>
        </p:nvSpPr>
        <p:spPr>
          <a:xfrm>
            <a:off x="1133478" y="5388394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J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9C0610-E11A-07FD-BAFE-D4E2FD6E840E}"/>
              </a:ext>
            </a:extLst>
          </p:cNvPr>
          <p:cNvSpPr txBox="1"/>
          <p:nvPr/>
        </p:nvSpPr>
        <p:spPr>
          <a:xfrm>
            <a:off x="2613882" y="5388394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I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A9275B-ED86-478E-4BC5-5D8353D88301}"/>
              </a:ext>
            </a:extLst>
          </p:cNvPr>
          <p:cNvSpPr txBox="1"/>
          <p:nvPr/>
        </p:nvSpPr>
        <p:spPr>
          <a:xfrm>
            <a:off x="4094285" y="5388394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H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50794D-9B87-3E04-627F-39395D3A99A0}"/>
              </a:ext>
            </a:extLst>
          </p:cNvPr>
          <p:cNvSpPr txBox="1"/>
          <p:nvPr/>
        </p:nvSpPr>
        <p:spPr>
          <a:xfrm>
            <a:off x="1514364" y="5388394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j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0C3FD4-7EEE-14FA-5D7D-C617FE03164A}"/>
              </a:ext>
            </a:extLst>
          </p:cNvPr>
          <p:cNvSpPr txBox="1"/>
          <p:nvPr/>
        </p:nvSpPr>
        <p:spPr>
          <a:xfrm>
            <a:off x="2994767" y="5388394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>
                <a:solidFill>
                  <a:srgbClr val="FFFF00"/>
                </a:solidFill>
              </a:rPr>
              <a:t>i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ACA38E-FF78-E1C7-0051-DB66A415F813}"/>
              </a:ext>
            </a:extLst>
          </p:cNvPr>
          <p:cNvSpPr txBox="1"/>
          <p:nvPr/>
        </p:nvSpPr>
        <p:spPr>
          <a:xfrm>
            <a:off x="4460998" y="5388394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h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3DF614-D7E1-A13A-BFDD-1B6ABC70F12A}"/>
              </a:ext>
            </a:extLst>
          </p:cNvPr>
          <p:cNvSpPr txBox="1"/>
          <p:nvPr/>
        </p:nvSpPr>
        <p:spPr>
          <a:xfrm>
            <a:off x="410193" y="995229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A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BA87B6-2A71-FD23-442B-91F618665DA7}"/>
              </a:ext>
            </a:extLst>
          </p:cNvPr>
          <p:cNvSpPr txBox="1"/>
          <p:nvPr/>
        </p:nvSpPr>
        <p:spPr>
          <a:xfrm>
            <a:off x="410193" y="1370036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a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A1A76C-787B-8DB0-FB5F-1644F75CCFF9}"/>
              </a:ext>
            </a:extLst>
          </p:cNvPr>
          <p:cNvSpPr txBox="1"/>
          <p:nvPr/>
        </p:nvSpPr>
        <p:spPr>
          <a:xfrm>
            <a:off x="410193" y="2833553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L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D6A81F4-6EB1-370A-182F-56FD39D51364}"/>
              </a:ext>
            </a:extLst>
          </p:cNvPr>
          <p:cNvSpPr txBox="1"/>
          <p:nvPr/>
        </p:nvSpPr>
        <p:spPr>
          <a:xfrm>
            <a:off x="410193" y="3208360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l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7E335C-7405-AC9B-8B5B-7C340DDF2A73}"/>
              </a:ext>
            </a:extLst>
          </p:cNvPr>
          <p:cNvSpPr txBox="1"/>
          <p:nvPr/>
        </p:nvSpPr>
        <p:spPr>
          <a:xfrm>
            <a:off x="410193" y="4298366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K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A78D30-E151-1AD5-3381-75BD9F6D1204}"/>
              </a:ext>
            </a:extLst>
          </p:cNvPr>
          <p:cNvSpPr txBox="1"/>
          <p:nvPr/>
        </p:nvSpPr>
        <p:spPr>
          <a:xfrm>
            <a:off x="410193" y="4673173"/>
            <a:ext cx="37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k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4F963347-D8AD-054E-7AA8-99B2CA6C15DD}"/>
              </a:ext>
            </a:extLst>
          </p:cNvPr>
          <p:cNvGraphicFramePr>
            <a:graphicFrameLocks noGrp="1"/>
          </p:cNvGraphicFramePr>
          <p:nvPr/>
        </p:nvGraphicFramePr>
        <p:xfrm>
          <a:off x="6842125" y="624945"/>
          <a:ext cx="2620329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043">
                  <a:extLst>
                    <a:ext uri="{9D8B030D-6E8A-4147-A177-3AD203B41FA5}">
                      <a16:colId xmlns:a16="http://schemas.microsoft.com/office/drawing/2014/main" val="1761311591"/>
                    </a:ext>
                  </a:extLst>
                </a:gridCol>
                <a:gridCol w="949643">
                  <a:extLst>
                    <a:ext uri="{9D8B030D-6E8A-4147-A177-3AD203B41FA5}">
                      <a16:colId xmlns:a16="http://schemas.microsoft.com/office/drawing/2014/main" val="1743175533"/>
                    </a:ext>
                  </a:extLst>
                </a:gridCol>
                <a:gridCol w="949643">
                  <a:extLst>
                    <a:ext uri="{9D8B030D-6E8A-4147-A177-3AD203B41FA5}">
                      <a16:colId xmlns:a16="http://schemas.microsoft.com/office/drawing/2014/main" val="10818448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차량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출발지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목적지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690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76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k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756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118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571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5658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0617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762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330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08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74822"/>
                  </a:ext>
                </a:extLst>
              </a:tr>
            </a:tbl>
          </a:graphicData>
        </a:graphic>
      </p:graphicFrame>
      <p:sp>
        <p:nvSpPr>
          <p:cNvPr id="12" name="타원 11">
            <a:extLst>
              <a:ext uri="{FF2B5EF4-FFF2-40B4-BE49-F238E27FC236}">
                <a16:creationId xmlns:a16="http://schemas.microsoft.com/office/drawing/2014/main" id="{4E6CCECB-A3E8-78B9-F308-6CF877B10BB0}"/>
              </a:ext>
            </a:extLst>
          </p:cNvPr>
          <p:cNvSpPr/>
          <p:nvPr/>
        </p:nvSpPr>
        <p:spPr>
          <a:xfrm>
            <a:off x="453054" y="1411827"/>
            <a:ext cx="285750" cy="28575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1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07954874-2C81-B997-6692-51E6028576F4}"/>
              </a:ext>
            </a:extLst>
          </p:cNvPr>
          <p:cNvSpPr/>
          <p:nvPr/>
        </p:nvSpPr>
        <p:spPr>
          <a:xfrm>
            <a:off x="1176339" y="672569"/>
            <a:ext cx="285750" cy="28575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8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BF94D7ED-CC5C-4321-A0A3-17D8589F64DC}"/>
              </a:ext>
            </a:extLst>
          </p:cNvPr>
          <p:cNvSpPr/>
          <p:nvPr/>
        </p:nvSpPr>
        <p:spPr>
          <a:xfrm>
            <a:off x="2660833" y="672569"/>
            <a:ext cx="285750" cy="28575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3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918D78C4-4618-8BC0-5B0E-812BA5BA0F45}"/>
              </a:ext>
            </a:extLst>
          </p:cNvPr>
          <p:cNvSpPr/>
          <p:nvPr/>
        </p:nvSpPr>
        <p:spPr>
          <a:xfrm>
            <a:off x="4137146" y="672569"/>
            <a:ext cx="285750" cy="28575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7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50FC4EBE-1A5F-25E1-4079-3BF8ADD4598E}"/>
              </a:ext>
            </a:extLst>
          </p:cNvPr>
          <p:cNvSpPr/>
          <p:nvPr/>
        </p:nvSpPr>
        <p:spPr>
          <a:xfrm>
            <a:off x="4484810" y="5413268"/>
            <a:ext cx="314325" cy="314325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200" b="1" dirty="0">
                <a:solidFill>
                  <a:srgbClr val="FFFF00"/>
                </a:solidFill>
              </a:rPr>
              <a:t>10</a:t>
            </a:r>
            <a:endParaRPr lang="ko-KR" altLang="en-US" sz="1200" b="1" dirty="0">
              <a:solidFill>
                <a:srgbClr val="FFFF00"/>
              </a:solidFill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8225B59A-04CE-015E-2FEA-70F761D23827}"/>
              </a:ext>
            </a:extLst>
          </p:cNvPr>
          <p:cNvSpPr/>
          <p:nvPr/>
        </p:nvSpPr>
        <p:spPr>
          <a:xfrm>
            <a:off x="453054" y="3245372"/>
            <a:ext cx="285750" cy="28575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4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E78FDD6C-B114-D20E-4103-9F838FA80F94}"/>
              </a:ext>
            </a:extLst>
          </p:cNvPr>
          <p:cNvSpPr/>
          <p:nvPr/>
        </p:nvSpPr>
        <p:spPr>
          <a:xfrm>
            <a:off x="453054" y="4714964"/>
            <a:ext cx="285750" cy="28575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2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525D0FF-0536-2958-55D1-198AD5B7A9E8}"/>
              </a:ext>
            </a:extLst>
          </p:cNvPr>
          <p:cNvSpPr/>
          <p:nvPr/>
        </p:nvSpPr>
        <p:spPr>
          <a:xfrm>
            <a:off x="5228372" y="1040352"/>
            <a:ext cx="285750" cy="28575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9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BC4969EA-CFA9-4864-2DC6-41944FEC93AA}"/>
              </a:ext>
            </a:extLst>
          </p:cNvPr>
          <p:cNvSpPr/>
          <p:nvPr/>
        </p:nvSpPr>
        <p:spPr>
          <a:xfrm>
            <a:off x="5228372" y="2873897"/>
            <a:ext cx="285750" cy="28575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5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E5366863-3EC5-E5D9-8195-1EA5326F1491}"/>
              </a:ext>
            </a:extLst>
          </p:cNvPr>
          <p:cNvSpPr/>
          <p:nvPr/>
        </p:nvSpPr>
        <p:spPr>
          <a:xfrm>
            <a:off x="5228372" y="4343489"/>
            <a:ext cx="285750" cy="28575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FF00"/>
                </a:solidFill>
              </a:rPr>
              <a:t>6</a:t>
            </a:r>
            <a:endParaRPr lang="ko-KR" altLang="en-US" b="1" dirty="0">
              <a:solidFill>
                <a:srgbClr val="FFFF00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1EA1013-9586-32FD-A51E-53BEA6843A02}"/>
              </a:ext>
            </a:extLst>
          </p:cNvPr>
          <p:cNvGraphicFramePr>
            <a:graphicFrameLocks noGrp="1"/>
          </p:cNvGraphicFramePr>
          <p:nvPr/>
        </p:nvGraphicFramePr>
        <p:xfrm>
          <a:off x="414956" y="633039"/>
          <a:ext cx="5140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00">
                  <a:extLst>
                    <a:ext uri="{9D8B030D-6E8A-4147-A177-3AD203B41FA5}">
                      <a16:colId xmlns:a16="http://schemas.microsoft.com/office/drawing/2014/main" val="165736526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578453009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69191703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318590764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13848282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885467549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304331592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940921610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735921439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33465473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826755549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619183805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1243221687"/>
                    </a:ext>
                  </a:extLst>
                </a:gridCol>
                <a:gridCol w="367200">
                  <a:extLst>
                    <a:ext uri="{9D8B030D-6E8A-4147-A177-3AD203B41FA5}">
                      <a16:colId xmlns:a16="http://schemas.microsoft.com/office/drawing/2014/main" val="296022499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6526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11507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2065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66262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6131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995777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2339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56345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33766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7383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1883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080346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684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4812138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8975EF83-4952-0FCC-0254-D42F7BB38C67}"/>
              </a:ext>
            </a:extLst>
          </p:cNvPr>
          <p:cNvSpPr txBox="1"/>
          <p:nvPr/>
        </p:nvSpPr>
        <p:spPr>
          <a:xfrm>
            <a:off x="0" y="0"/>
            <a:ext cx="131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차 이동시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2EF16534-73EF-2AD7-10B7-76DFA851F044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1313411" y="994277"/>
            <a:ext cx="5804" cy="439411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1B725B30-DFBD-408C-5807-2C37BBCB3B63}"/>
              </a:ext>
            </a:extLst>
          </p:cNvPr>
          <p:cNvCxnSpPr>
            <a:cxnSpLocks/>
            <a:stCxn id="12" idx="6"/>
            <a:endCxn id="22" idx="0"/>
          </p:cNvCxnSpPr>
          <p:nvPr/>
        </p:nvCxnSpPr>
        <p:spPr>
          <a:xfrm>
            <a:off x="738804" y="1554702"/>
            <a:ext cx="580411" cy="3833692"/>
          </a:xfrm>
          <a:prstGeom prst="bentConnector2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A4F635DF-4CCC-28DB-0F3E-DBE07DDBB53F}"/>
              </a:ext>
            </a:extLst>
          </p:cNvPr>
          <p:cNvCxnSpPr>
            <a:cxnSpLocks/>
            <a:stCxn id="33" idx="3"/>
            <a:endCxn id="17" idx="1"/>
          </p:cNvCxnSpPr>
          <p:nvPr/>
        </p:nvCxnSpPr>
        <p:spPr>
          <a:xfrm flipV="1">
            <a:off x="781666" y="1554702"/>
            <a:ext cx="4412137" cy="3303137"/>
          </a:xfrm>
          <a:prstGeom prst="bentConnector3">
            <a:avLst>
              <a:gd name="adj1" fmla="val 87681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7F937907-B984-207A-20EB-B5D2534D7AD1}"/>
              </a:ext>
            </a:extLst>
          </p:cNvPr>
          <p:cNvCxnSpPr>
            <a:cxnSpLocks/>
            <a:stCxn id="36" idx="4"/>
            <a:endCxn id="23" idx="0"/>
          </p:cNvCxnSpPr>
          <p:nvPr/>
        </p:nvCxnSpPr>
        <p:spPr>
          <a:xfrm rot="5400000">
            <a:off x="586627" y="3171312"/>
            <a:ext cx="4430075" cy="4089"/>
          </a:xfrm>
          <a:prstGeom prst="bentConnector3">
            <a:avLst>
              <a:gd name="adj1" fmla="val 50000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5397E802-590D-E4E5-CB5B-1764BF960326}"/>
              </a:ext>
            </a:extLst>
          </p:cNvPr>
          <p:cNvCxnSpPr>
            <a:cxnSpLocks/>
            <a:stCxn id="31" idx="3"/>
            <a:endCxn id="24" idx="0"/>
          </p:cNvCxnSpPr>
          <p:nvPr/>
        </p:nvCxnSpPr>
        <p:spPr>
          <a:xfrm>
            <a:off x="781666" y="3393026"/>
            <a:ext cx="3498356" cy="1995368"/>
          </a:xfrm>
          <a:prstGeom prst="bentConnector2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연결선: 꺾임 63">
            <a:extLst>
              <a:ext uri="{FF2B5EF4-FFF2-40B4-BE49-F238E27FC236}">
                <a16:creationId xmlns:a16="http://schemas.microsoft.com/office/drawing/2014/main" id="{4107A0BC-71D3-282B-4081-46DB3146175D}"/>
              </a:ext>
            </a:extLst>
          </p:cNvPr>
          <p:cNvCxnSpPr>
            <a:cxnSpLocks/>
            <a:stCxn id="18" idx="1"/>
            <a:endCxn id="17" idx="1"/>
          </p:cNvCxnSpPr>
          <p:nvPr/>
        </p:nvCxnSpPr>
        <p:spPr>
          <a:xfrm rot="10800000">
            <a:off x="5193803" y="1554703"/>
            <a:ext cx="12700" cy="1463517"/>
          </a:xfrm>
          <a:prstGeom prst="bentConnector3">
            <a:avLst>
              <a:gd name="adj1" fmla="val 4287276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12319FB0-2D17-C385-7BD1-886CD4C32259}"/>
              </a:ext>
            </a:extLst>
          </p:cNvPr>
          <p:cNvCxnSpPr>
            <a:cxnSpLocks/>
            <a:stCxn id="20" idx="1"/>
            <a:endCxn id="30" idx="3"/>
          </p:cNvCxnSpPr>
          <p:nvPr/>
        </p:nvCxnSpPr>
        <p:spPr>
          <a:xfrm rot="10800000">
            <a:off x="781667" y="3018220"/>
            <a:ext cx="4412137" cy="1464813"/>
          </a:xfrm>
          <a:prstGeom prst="bentConnector3">
            <a:avLst>
              <a:gd name="adj1" fmla="val 79607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ACEC77B8-FAEE-58F9-6259-B8279556A71E}"/>
              </a:ext>
            </a:extLst>
          </p:cNvPr>
          <p:cNvCxnSpPr>
            <a:cxnSpLocks/>
            <a:stCxn id="11" idx="2"/>
            <a:endCxn id="23" idx="0"/>
          </p:cNvCxnSpPr>
          <p:nvPr/>
        </p:nvCxnSpPr>
        <p:spPr>
          <a:xfrm rot="5400000">
            <a:off x="1342763" y="2451134"/>
            <a:ext cx="4394117" cy="1480403"/>
          </a:xfrm>
          <a:prstGeom prst="bentConnector3">
            <a:avLst>
              <a:gd name="adj1" fmla="val 87656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연결선: 꺾임 76">
            <a:extLst>
              <a:ext uri="{FF2B5EF4-FFF2-40B4-BE49-F238E27FC236}">
                <a16:creationId xmlns:a16="http://schemas.microsoft.com/office/drawing/2014/main" id="{7E5F4B80-5045-216B-8237-C5DD8ED748FB}"/>
              </a:ext>
            </a:extLst>
          </p:cNvPr>
          <p:cNvCxnSpPr>
            <a:cxnSpLocks/>
            <a:stCxn id="13" idx="1"/>
            <a:endCxn id="28" idx="3"/>
          </p:cNvCxnSpPr>
          <p:nvPr/>
        </p:nvCxnSpPr>
        <p:spPr>
          <a:xfrm rot="10800000">
            <a:off x="781667" y="1179895"/>
            <a:ext cx="4412137" cy="12700"/>
          </a:xfrm>
          <a:prstGeom prst="bentConnector3">
            <a:avLst>
              <a:gd name="adj1" fmla="val 50000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연결선: 꺾임 79">
            <a:extLst>
              <a:ext uri="{FF2B5EF4-FFF2-40B4-BE49-F238E27FC236}">
                <a16:creationId xmlns:a16="http://schemas.microsoft.com/office/drawing/2014/main" id="{602A62AB-CDEB-E2A3-3394-2E702BC9469E}"/>
              </a:ext>
            </a:extLst>
          </p:cNvPr>
          <p:cNvCxnSpPr>
            <a:cxnSpLocks/>
            <a:stCxn id="27" idx="0"/>
            <a:endCxn id="15" idx="2"/>
          </p:cNvCxnSpPr>
          <p:nvPr/>
        </p:nvCxnSpPr>
        <p:spPr>
          <a:xfrm rot="16200000" flipV="1">
            <a:off x="1716562" y="2458220"/>
            <a:ext cx="4394117" cy="1466231"/>
          </a:xfrm>
          <a:prstGeom prst="bentConnector3">
            <a:avLst>
              <a:gd name="adj1" fmla="val 94922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9485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265</Words>
  <Application>Microsoft Office PowerPoint</Application>
  <PresentationFormat>와이드스크린</PresentationFormat>
  <Paragraphs>261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Sanghyun Rhu</dc:creator>
  <cp:lastModifiedBy>Sanghyun Rhu</cp:lastModifiedBy>
  <cp:revision>39</cp:revision>
  <dcterms:created xsi:type="dcterms:W3CDTF">2025-12-08T00:41:36Z</dcterms:created>
  <dcterms:modified xsi:type="dcterms:W3CDTF">2025-12-08T08:59:31Z</dcterms:modified>
</cp:coreProperties>
</file>